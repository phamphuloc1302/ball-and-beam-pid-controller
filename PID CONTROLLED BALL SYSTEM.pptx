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9" r:id="rId7"/>
    <p:sldId id="260" r:id="rId8"/>
    <p:sldId id="261" r:id="rId9"/>
    <p:sldId id="263" r:id="rId10"/>
    <p:sldId id="265" r:id="rId11"/>
    <p:sldId id="266" r:id="rId12"/>
    <p:sldId id="264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78FADC-61FA-630F-57E8-93DCBB23ECBE}" v="14" dt="2025-12-10T20:25:11.426"/>
    <p1510:client id="{DDE22039-1EF8-D059-FB26-7396CFE65C95}" v="107" dt="2025-12-09T02:58:32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aia Cabral, Maria Luiza" userId="S::n01585520@unf.edu::b19047ef-a90b-4214-8a43-20d2dc6b35c9" providerId="AD" clId="Web-{DDE22039-1EF8-D059-FB26-7396CFE65C95}"/>
    <pc:docChg chg="delSld modSld sldOrd">
      <pc:chgData name="Carlos Maia Cabral, Maria Luiza" userId="S::n01585520@unf.edu::b19047ef-a90b-4214-8a43-20d2dc6b35c9" providerId="AD" clId="Web-{DDE22039-1EF8-D059-FB26-7396CFE65C95}" dt="2025-12-09T02:58:32.514" v="86"/>
      <pc:docMkLst>
        <pc:docMk/>
      </pc:docMkLst>
      <pc:sldChg chg="modSp">
        <pc:chgData name="Carlos Maia Cabral, Maria Luiza" userId="S::n01585520@unf.edu::b19047ef-a90b-4214-8a43-20d2dc6b35c9" providerId="AD" clId="Web-{DDE22039-1EF8-D059-FB26-7396CFE65C95}" dt="2025-12-09T02:52:25.984" v="10" actId="14100"/>
        <pc:sldMkLst>
          <pc:docMk/>
          <pc:sldMk cId="0" sldId="256"/>
        </pc:sldMkLst>
        <pc:spChg chg="mod">
          <ac:chgData name="Carlos Maia Cabral, Maria Luiza" userId="S::n01585520@unf.edu::b19047ef-a90b-4214-8a43-20d2dc6b35c9" providerId="AD" clId="Web-{DDE22039-1EF8-D059-FB26-7396CFE65C95}" dt="2025-12-09T02:52:25.984" v="10" actId="14100"/>
          <ac:spMkLst>
            <pc:docMk/>
            <pc:sldMk cId="0" sldId="256"/>
            <ac:spMk id="3" creationId="{0761A9AA-BC35-4F06-4C30-F42EC43B966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2:10.326" v="2" actId="20577"/>
          <ac:spMkLst>
            <pc:docMk/>
            <pc:sldMk cId="0" sldId="256"/>
            <ac:spMk id="76" creationId="{00000000-0000-0000-0000-000000000000}"/>
          </ac:spMkLst>
        </pc:spChg>
      </pc:sldChg>
      <pc:sldChg chg="modSp">
        <pc:chgData name="Carlos Maia Cabral, Maria Luiza" userId="S::n01585520@unf.edu::b19047ef-a90b-4214-8a43-20d2dc6b35c9" providerId="AD" clId="Web-{DDE22039-1EF8-D059-FB26-7396CFE65C95}" dt="2025-12-09T02:53:30.159" v="29" actId="1076"/>
        <pc:sldMkLst>
          <pc:docMk/>
          <pc:sldMk cId="0" sldId="257"/>
        </pc:sldMkLst>
        <pc:spChg chg="mod">
          <ac:chgData name="Carlos Maia Cabral, Maria Luiza" userId="S::n01585520@unf.edu::b19047ef-a90b-4214-8a43-20d2dc6b35c9" providerId="AD" clId="Web-{DDE22039-1EF8-D059-FB26-7396CFE65C95}" dt="2025-12-09T02:53:24.472" v="27" actId="1076"/>
          <ac:spMkLst>
            <pc:docMk/>
            <pc:sldMk cId="0" sldId="257"/>
            <ac:spMk id="82" creationId="{00000000-0000-0000-0000-00000000000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3:21.987" v="26" actId="1076"/>
          <ac:spMkLst>
            <pc:docMk/>
            <pc:sldMk cId="0" sldId="257"/>
            <ac:spMk id="83" creationId="{00000000-0000-0000-0000-000000000000}"/>
          </ac:spMkLst>
        </pc:spChg>
        <pc:grpChg chg="mod">
          <ac:chgData name="Carlos Maia Cabral, Maria Luiza" userId="S::n01585520@unf.edu::b19047ef-a90b-4214-8a43-20d2dc6b35c9" providerId="AD" clId="Web-{DDE22039-1EF8-D059-FB26-7396CFE65C95}" dt="2025-12-09T02:53:30.159" v="29" actId="1076"/>
          <ac:grpSpMkLst>
            <pc:docMk/>
            <pc:sldMk cId="0" sldId="257"/>
            <ac:grpSpMk id="79" creationId="{00000000-0000-0000-0000-000000000000}"/>
          </ac:grpSpMkLst>
        </pc:grpChg>
      </pc:sldChg>
      <pc:sldChg chg="delSp modSp del">
        <pc:chgData name="Carlos Maia Cabral, Maria Luiza" userId="S::n01585520@unf.edu::b19047ef-a90b-4214-8a43-20d2dc6b35c9" providerId="AD" clId="Web-{DDE22039-1EF8-D059-FB26-7396CFE65C95}" dt="2025-12-09T02:54:35.991" v="40"/>
        <pc:sldMkLst>
          <pc:docMk/>
          <pc:sldMk cId="0" sldId="258"/>
        </pc:sldMkLst>
        <pc:spChg chg="mod">
          <ac:chgData name="Carlos Maia Cabral, Maria Luiza" userId="S::n01585520@unf.edu::b19047ef-a90b-4214-8a43-20d2dc6b35c9" providerId="AD" clId="Web-{DDE22039-1EF8-D059-FB26-7396CFE65C95}" dt="2025-12-09T02:53:40.426" v="30" actId="20577"/>
          <ac:spMkLst>
            <pc:docMk/>
            <pc:sldMk cId="0" sldId="258"/>
            <ac:spMk id="87" creationId="{00000000-0000-0000-0000-000000000000}"/>
          </ac:spMkLst>
        </pc:spChg>
        <pc:spChg chg="del mod">
          <ac:chgData name="Carlos Maia Cabral, Maria Luiza" userId="S::n01585520@unf.edu::b19047ef-a90b-4214-8a43-20d2dc6b35c9" providerId="AD" clId="Web-{DDE22039-1EF8-D059-FB26-7396CFE65C95}" dt="2025-12-09T02:53:54.098" v="32"/>
          <ac:spMkLst>
            <pc:docMk/>
            <pc:sldMk cId="0" sldId="258"/>
            <ac:spMk id="88" creationId="{00000000-0000-0000-0000-000000000000}"/>
          </ac:spMkLst>
        </pc:spChg>
      </pc:sldChg>
      <pc:sldChg chg="modSp">
        <pc:chgData name="Carlos Maia Cabral, Maria Luiza" userId="S::n01585520@unf.edu::b19047ef-a90b-4214-8a43-20d2dc6b35c9" providerId="AD" clId="Web-{DDE22039-1EF8-D059-FB26-7396CFE65C95}" dt="2025-12-09T02:54:30.115" v="39" actId="20577"/>
        <pc:sldMkLst>
          <pc:docMk/>
          <pc:sldMk cId="0" sldId="259"/>
        </pc:sldMkLst>
        <pc:spChg chg="mod">
          <ac:chgData name="Carlos Maia Cabral, Maria Luiza" userId="S::n01585520@unf.edu::b19047ef-a90b-4214-8a43-20d2dc6b35c9" providerId="AD" clId="Web-{DDE22039-1EF8-D059-FB26-7396CFE65C95}" dt="2025-12-09T02:54:14.802" v="33" actId="20577"/>
          <ac:spMkLst>
            <pc:docMk/>
            <pc:sldMk cId="0" sldId="259"/>
            <ac:spMk id="93" creationId="{00000000-0000-0000-0000-00000000000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4:30.115" v="39" actId="20577"/>
          <ac:spMkLst>
            <pc:docMk/>
            <pc:sldMk cId="0" sldId="259"/>
            <ac:spMk id="94" creationId="{00000000-0000-0000-0000-000000000000}"/>
          </ac:spMkLst>
        </pc:spChg>
      </pc:sldChg>
      <pc:sldChg chg="modSp">
        <pc:chgData name="Carlos Maia Cabral, Maria Luiza" userId="S::n01585520@unf.edu::b19047ef-a90b-4214-8a43-20d2dc6b35c9" providerId="AD" clId="Web-{DDE22039-1EF8-D059-FB26-7396CFE65C95}" dt="2025-12-09T02:55:12.898" v="52" actId="1076"/>
        <pc:sldMkLst>
          <pc:docMk/>
          <pc:sldMk cId="0" sldId="260"/>
        </pc:sldMkLst>
        <pc:spChg chg="mod">
          <ac:chgData name="Carlos Maia Cabral, Maria Luiza" userId="S::n01585520@unf.edu::b19047ef-a90b-4214-8a43-20d2dc6b35c9" providerId="AD" clId="Web-{DDE22039-1EF8-D059-FB26-7396CFE65C95}" dt="2025-12-09T02:55:12.898" v="52" actId="1076"/>
          <ac:spMkLst>
            <pc:docMk/>
            <pc:sldMk cId="0" sldId="260"/>
            <ac:spMk id="98" creationId="{00000000-0000-0000-0000-00000000000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5:10.476" v="51" actId="1076"/>
          <ac:spMkLst>
            <pc:docMk/>
            <pc:sldMk cId="0" sldId="260"/>
            <ac:spMk id="99" creationId="{00000000-0000-0000-0000-000000000000}"/>
          </ac:spMkLst>
        </pc:spChg>
      </pc:sldChg>
      <pc:sldChg chg="delSp modSp delAnim">
        <pc:chgData name="Carlos Maia Cabral, Maria Luiza" userId="S::n01585520@unf.edu::b19047ef-a90b-4214-8a43-20d2dc6b35c9" providerId="AD" clId="Web-{DDE22039-1EF8-D059-FB26-7396CFE65C95}" dt="2025-12-09T02:55:45.837" v="58" actId="14100"/>
        <pc:sldMkLst>
          <pc:docMk/>
          <pc:sldMk cId="0" sldId="261"/>
        </pc:sldMkLst>
        <pc:spChg chg="mod">
          <ac:chgData name="Carlos Maia Cabral, Maria Luiza" userId="S::n01585520@unf.edu::b19047ef-a90b-4214-8a43-20d2dc6b35c9" providerId="AD" clId="Web-{DDE22039-1EF8-D059-FB26-7396CFE65C95}" dt="2025-12-09T02:55:27.680" v="53" actId="20577"/>
          <ac:spMkLst>
            <pc:docMk/>
            <pc:sldMk cId="0" sldId="261"/>
            <ac:spMk id="101" creationId="{00000000-0000-0000-0000-00000000000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5:45.837" v="58" actId="14100"/>
          <ac:spMkLst>
            <pc:docMk/>
            <pc:sldMk cId="0" sldId="261"/>
            <ac:spMk id="102" creationId="{00000000-0000-0000-0000-000000000000}"/>
          </ac:spMkLst>
        </pc:spChg>
        <pc:picChg chg="del">
          <ac:chgData name="Carlos Maia Cabral, Maria Luiza" userId="S::n01585520@unf.edu::b19047ef-a90b-4214-8a43-20d2dc6b35c9" providerId="AD" clId="Web-{DDE22039-1EF8-D059-FB26-7396CFE65C95}" dt="2025-12-09T02:55:42.853" v="57"/>
          <ac:picMkLst>
            <pc:docMk/>
            <pc:sldMk cId="0" sldId="261"/>
            <ac:picMk id="3" creationId="{39B55AD0-CF75-0E9C-7010-614C8B855DE5}"/>
          </ac:picMkLst>
        </pc:picChg>
      </pc:sldChg>
      <pc:sldChg chg="addSp delSp modSp del">
        <pc:chgData name="Carlos Maia Cabral, Maria Luiza" userId="S::n01585520@unf.edu::b19047ef-a90b-4214-8a43-20d2dc6b35c9" providerId="AD" clId="Web-{DDE22039-1EF8-D059-FB26-7396CFE65C95}" dt="2025-12-09T02:56:38.448" v="65"/>
        <pc:sldMkLst>
          <pc:docMk/>
          <pc:sldMk cId="0" sldId="262"/>
        </pc:sldMkLst>
        <pc:spChg chg="add mod">
          <ac:chgData name="Carlos Maia Cabral, Maria Luiza" userId="S::n01585520@unf.edu::b19047ef-a90b-4214-8a43-20d2dc6b35c9" providerId="AD" clId="Web-{DDE22039-1EF8-D059-FB26-7396CFE65C95}" dt="2025-12-09T02:56:35.683" v="64"/>
          <ac:spMkLst>
            <pc:docMk/>
            <pc:sldMk cId="0" sldId="262"/>
            <ac:spMk id="3" creationId="{6F45D8B3-F4CF-C93E-5703-A53482D3D1B2}"/>
          </ac:spMkLst>
        </pc:spChg>
        <pc:spChg chg="del">
          <ac:chgData name="Carlos Maia Cabral, Maria Luiza" userId="S::n01585520@unf.edu::b19047ef-a90b-4214-8a43-20d2dc6b35c9" providerId="AD" clId="Web-{DDE22039-1EF8-D059-FB26-7396CFE65C95}" dt="2025-12-09T02:56:35.683" v="64"/>
          <ac:spMkLst>
            <pc:docMk/>
            <pc:sldMk cId="0" sldId="262"/>
            <ac:spMk id="109" creationId="{00000000-0000-0000-0000-000000000000}"/>
          </ac:spMkLst>
        </pc:spChg>
      </pc:sldChg>
      <pc:sldChg chg="modSp">
        <pc:chgData name="Carlos Maia Cabral, Maria Luiza" userId="S::n01585520@unf.edu::b19047ef-a90b-4214-8a43-20d2dc6b35c9" providerId="AD" clId="Web-{DDE22039-1EF8-D059-FB26-7396CFE65C95}" dt="2025-12-09T02:56:55.933" v="68" actId="20577"/>
        <pc:sldMkLst>
          <pc:docMk/>
          <pc:sldMk cId="0" sldId="263"/>
        </pc:sldMkLst>
        <pc:spChg chg="mod">
          <ac:chgData name="Carlos Maia Cabral, Maria Luiza" userId="S::n01585520@unf.edu::b19047ef-a90b-4214-8a43-20d2dc6b35c9" providerId="AD" clId="Web-{DDE22039-1EF8-D059-FB26-7396CFE65C95}" dt="2025-12-09T02:56:46.824" v="66" actId="20577"/>
          <ac:spMkLst>
            <pc:docMk/>
            <pc:sldMk cId="0" sldId="263"/>
            <ac:spMk id="114" creationId="{00000000-0000-0000-0000-00000000000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6:55.933" v="68" actId="20577"/>
          <ac:spMkLst>
            <pc:docMk/>
            <pc:sldMk cId="0" sldId="263"/>
            <ac:spMk id="115" creationId="{00000000-0000-0000-0000-000000000000}"/>
          </ac:spMkLst>
        </pc:spChg>
      </pc:sldChg>
      <pc:sldChg chg="delSp modSp">
        <pc:chgData name="Carlos Maia Cabral, Maria Luiza" userId="S::n01585520@unf.edu::b19047ef-a90b-4214-8a43-20d2dc6b35c9" providerId="AD" clId="Web-{DDE22039-1EF8-D059-FB26-7396CFE65C95}" dt="2025-12-09T02:58:32.514" v="86"/>
        <pc:sldMkLst>
          <pc:docMk/>
          <pc:sldMk cId="0" sldId="264"/>
        </pc:sldMkLst>
        <pc:spChg chg="mod">
          <ac:chgData name="Carlos Maia Cabral, Maria Luiza" userId="S::n01585520@unf.edu::b19047ef-a90b-4214-8a43-20d2dc6b35c9" providerId="AD" clId="Web-{DDE22039-1EF8-D059-FB26-7396CFE65C95}" dt="2025-12-09T02:58:22.295" v="82" actId="20577"/>
          <ac:spMkLst>
            <pc:docMk/>
            <pc:sldMk cId="0" sldId="264"/>
            <ac:spMk id="117" creationId="{00000000-0000-0000-0000-000000000000}"/>
          </ac:spMkLst>
        </pc:spChg>
        <pc:spChg chg="mod">
          <ac:chgData name="Carlos Maia Cabral, Maria Luiza" userId="S::n01585520@unf.edu::b19047ef-a90b-4214-8a43-20d2dc6b35c9" providerId="AD" clId="Web-{DDE22039-1EF8-D059-FB26-7396CFE65C95}" dt="2025-12-09T02:58:32.123" v="85" actId="20577"/>
          <ac:spMkLst>
            <pc:docMk/>
            <pc:sldMk cId="0" sldId="264"/>
            <ac:spMk id="118" creationId="{00000000-0000-0000-0000-000000000000}"/>
          </ac:spMkLst>
        </pc:spChg>
        <pc:picChg chg="del">
          <ac:chgData name="Carlos Maia Cabral, Maria Luiza" userId="S::n01585520@unf.edu::b19047ef-a90b-4214-8a43-20d2dc6b35c9" providerId="AD" clId="Web-{DDE22039-1EF8-D059-FB26-7396CFE65C95}" dt="2025-12-09T02:58:32.514" v="86"/>
          <ac:picMkLst>
            <pc:docMk/>
            <pc:sldMk cId="0" sldId="264"/>
            <ac:picMk id="2" creationId="{40011460-82C8-8164-AA4D-CE09111961F9}"/>
          </ac:picMkLst>
        </pc:picChg>
      </pc:sldChg>
      <pc:sldChg chg="addSp delSp modSp ord">
        <pc:chgData name="Carlos Maia Cabral, Maria Luiza" userId="S::n01585520@unf.edu::b19047ef-a90b-4214-8a43-20d2dc6b35c9" providerId="AD" clId="Web-{DDE22039-1EF8-D059-FB26-7396CFE65C95}" dt="2025-12-09T02:57:09.168" v="70"/>
        <pc:sldMkLst>
          <pc:docMk/>
          <pc:sldMk cId="3974336683" sldId="265"/>
        </pc:sldMkLst>
        <pc:picChg chg="add del mod">
          <ac:chgData name="Carlos Maia Cabral, Maria Luiza" userId="S::n01585520@unf.edu::b19047ef-a90b-4214-8a43-20d2dc6b35c9" providerId="AD" clId="Web-{DDE22039-1EF8-D059-FB26-7396CFE65C95}" dt="2025-12-09T02:56:15.385" v="62" actId="1076"/>
          <ac:picMkLst>
            <pc:docMk/>
            <pc:sldMk cId="3974336683" sldId="265"/>
            <ac:picMk id="1026" creationId="{F73A29C2-762F-8E6A-B1AA-65B9027F6B30}"/>
          </ac:picMkLst>
        </pc:picChg>
      </pc:sldChg>
      <pc:sldChg chg="addSp delSp modSp">
        <pc:chgData name="Carlos Maia Cabral, Maria Luiza" userId="S::n01585520@unf.edu::b19047ef-a90b-4214-8a43-20d2dc6b35c9" providerId="AD" clId="Web-{DDE22039-1EF8-D059-FB26-7396CFE65C95}" dt="2025-12-09T02:58:10.045" v="79" actId="1076"/>
        <pc:sldMkLst>
          <pc:docMk/>
          <pc:sldMk cId="3582959056" sldId="266"/>
        </pc:sldMkLst>
        <pc:spChg chg="del">
          <ac:chgData name="Carlos Maia Cabral, Maria Luiza" userId="S::n01585520@unf.edu::b19047ef-a90b-4214-8a43-20d2dc6b35c9" providerId="AD" clId="Web-{DDE22039-1EF8-D059-FB26-7396CFE65C95}" dt="2025-12-09T02:57:43.778" v="72"/>
          <ac:spMkLst>
            <pc:docMk/>
            <pc:sldMk cId="3582959056" sldId="266"/>
            <ac:spMk id="2" creationId="{C83DBF14-78F1-BD93-F0C5-D4CC27933BE7}"/>
          </ac:spMkLst>
        </pc:spChg>
        <pc:spChg chg="del">
          <ac:chgData name="Carlos Maia Cabral, Maria Luiza" userId="S::n01585520@unf.edu::b19047ef-a90b-4214-8a43-20d2dc6b35c9" providerId="AD" clId="Web-{DDE22039-1EF8-D059-FB26-7396CFE65C95}" dt="2025-12-09T02:57:43.763" v="71"/>
          <ac:spMkLst>
            <pc:docMk/>
            <pc:sldMk cId="3582959056" sldId="266"/>
            <ac:spMk id="3" creationId="{61C3EA44-A756-9A2E-6C88-EC8FD27DE643}"/>
          </ac:spMkLst>
        </pc:spChg>
        <pc:spChg chg="add del mod">
          <ac:chgData name="Carlos Maia Cabral, Maria Luiza" userId="S::n01585520@unf.edu::b19047ef-a90b-4214-8a43-20d2dc6b35c9" providerId="AD" clId="Web-{DDE22039-1EF8-D059-FB26-7396CFE65C95}" dt="2025-12-09T02:57:58.638" v="76"/>
          <ac:spMkLst>
            <pc:docMk/>
            <pc:sldMk cId="3582959056" sldId="266"/>
            <ac:spMk id="5" creationId="{A8914F74-2C1B-3B2A-332F-BF385D0AE8F0}"/>
          </ac:spMkLst>
        </pc:spChg>
        <pc:spChg chg="add mod">
          <ac:chgData name="Carlos Maia Cabral, Maria Luiza" userId="S::n01585520@unf.edu::b19047ef-a90b-4214-8a43-20d2dc6b35c9" providerId="AD" clId="Web-{DDE22039-1EF8-D059-FB26-7396CFE65C95}" dt="2025-12-09T02:57:54.685" v="74" actId="20577"/>
          <ac:spMkLst>
            <pc:docMk/>
            <pc:sldMk cId="3582959056" sldId="266"/>
            <ac:spMk id="7" creationId="{5689F28D-755D-BC9E-322D-93E4A4A85DBB}"/>
          </ac:spMkLst>
        </pc:spChg>
        <pc:spChg chg="add mod">
          <ac:chgData name="Carlos Maia Cabral, Maria Luiza" userId="S::n01585520@unf.edu::b19047ef-a90b-4214-8a43-20d2dc6b35c9" providerId="AD" clId="Web-{DDE22039-1EF8-D059-FB26-7396CFE65C95}" dt="2025-12-09T02:58:10.045" v="79" actId="1076"/>
          <ac:spMkLst>
            <pc:docMk/>
            <pc:sldMk cId="3582959056" sldId="266"/>
            <ac:spMk id="8" creationId="{535D9DB3-5582-A9B0-4FB2-DD5B9CDF98B1}"/>
          </ac:spMkLst>
        </pc:spChg>
      </pc:sldChg>
    </pc:docChg>
  </pc:docChgLst>
  <pc:docChgLst>
    <pc:chgData name="Carlos Maia Cabral, Maria Luiza" userId="b19047ef-a90b-4214-8a43-20d2dc6b35c9" providerId="ADAL" clId="{785D7A7F-24DD-4F3B-A1CB-323496D36C53}"/>
    <pc:docChg chg="undo redo custSel addSld delSld modSld sldOrd">
      <pc:chgData name="Carlos Maia Cabral, Maria Luiza" userId="b19047ef-a90b-4214-8a43-20d2dc6b35c9" providerId="ADAL" clId="{785D7A7F-24DD-4F3B-A1CB-323496D36C53}" dt="2025-11-13T20:10:25.433" v="119" actId="27636"/>
      <pc:docMkLst>
        <pc:docMk/>
      </pc:docMkLst>
      <pc:sldChg chg="delSp modSp mod">
        <pc:chgData name="Carlos Maia Cabral, Maria Luiza" userId="b19047ef-a90b-4214-8a43-20d2dc6b35c9" providerId="ADAL" clId="{785D7A7F-24DD-4F3B-A1CB-323496D36C53}" dt="2025-11-13T20:07:59.584" v="115" actId="20577"/>
        <pc:sldMkLst>
          <pc:docMk/>
          <pc:sldMk cId="0" sldId="256"/>
        </pc:sldMkLst>
        <pc:spChg chg="mod">
          <ac:chgData name="Carlos Maia Cabral, Maria Luiza" userId="b19047ef-a90b-4214-8a43-20d2dc6b35c9" providerId="ADAL" clId="{785D7A7F-24DD-4F3B-A1CB-323496D36C53}" dt="2025-11-13T20:05:07.598" v="86" actId="207"/>
          <ac:spMkLst>
            <pc:docMk/>
            <pc:sldMk cId="0" sldId="256"/>
            <ac:spMk id="76" creationId="{00000000-0000-0000-0000-000000000000}"/>
          </ac:spMkLst>
        </pc:spChg>
        <pc:spChg chg="mod">
          <ac:chgData name="Carlos Maia Cabral, Maria Luiza" userId="b19047ef-a90b-4214-8a43-20d2dc6b35c9" providerId="ADAL" clId="{785D7A7F-24DD-4F3B-A1CB-323496D36C53}" dt="2025-11-13T20:07:59.584" v="115" actId="20577"/>
          <ac:spMkLst>
            <pc:docMk/>
            <pc:sldMk cId="0" sldId="256"/>
            <ac:spMk id="77" creationId="{00000000-0000-0000-0000-000000000000}"/>
          </ac:spMkLst>
        </pc:spChg>
      </pc:sldChg>
      <pc:sldChg chg="modSp mod">
        <pc:chgData name="Carlos Maia Cabral, Maria Luiza" userId="b19047ef-a90b-4214-8a43-20d2dc6b35c9" providerId="ADAL" clId="{785D7A7F-24DD-4F3B-A1CB-323496D36C53}" dt="2025-11-13T20:05:26.494" v="89" actId="2711"/>
        <pc:sldMkLst>
          <pc:docMk/>
          <pc:sldMk cId="0" sldId="257"/>
        </pc:sldMkLst>
        <pc:spChg chg="mod">
          <ac:chgData name="Carlos Maia Cabral, Maria Luiza" userId="b19047ef-a90b-4214-8a43-20d2dc6b35c9" providerId="ADAL" clId="{785D7A7F-24DD-4F3B-A1CB-323496D36C53}" dt="2025-11-13T20:05:26.494" v="89" actId="2711"/>
          <ac:spMkLst>
            <pc:docMk/>
            <pc:sldMk cId="0" sldId="257"/>
            <ac:spMk id="82" creationId="{00000000-0000-0000-0000-000000000000}"/>
          </ac:spMkLst>
        </pc:spChg>
        <pc:spChg chg="mod">
          <ac:chgData name="Carlos Maia Cabral, Maria Luiza" userId="b19047ef-a90b-4214-8a43-20d2dc6b35c9" providerId="ADAL" clId="{785D7A7F-24DD-4F3B-A1CB-323496D36C53}" dt="2025-11-13T20:05:26.494" v="89" actId="2711"/>
          <ac:spMkLst>
            <pc:docMk/>
            <pc:sldMk cId="0" sldId="257"/>
            <ac:spMk id="83" creationId="{00000000-0000-0000-0000-000000000000}"/>
          </ac:spMkLst>
        </pc:spChg>
      </pc:sldChg>
      <pc:sldChg chg="modSp mod">
        <pc:chgData name="Carlos Maia Cabral, Maria Luiza" userId="b19047ef-a90b-4214-8a43-20d2dc6b35c9" providerId="ADAL" clId="{785D7A7F-24DD-4F3B-A1CB-323496D36C53}" dt="2025-11-13T20:10:25.433" v="119" actId="27636"/>
        <pc:sldMkLst>
          <pc:docMk/>
          <pc:sldMk cId="0" sldId="259"/>
        </pc:sldMkLst>
        <pc:spChg chg="mod">
          <ac:chgData name="Carlos Maia Cabral, Maria Luiza" userId="b19047ef-a90b-4214-8a43-20d2dc6b35c9" providerId="ADAL" clId="{785D7A7F-24DD-4F3B-A1CB-323496D36C53}" dt="2025-11-13T20:05:53.310" v="91" actId="2711"/>
          <ac:spMkLst>
            <pc:docMk/>
            <pc:sldMk cId="0" sldId="259"/>
            <ac:spMk id="93" creationId="{00000000-0000-0000-0000-000000000000}"/>
          </ac:spMkLst>
        </pc:spChg>
        <pc:spChg chg="mod">
          <ac:chgData name="Carlos Maia Cabral, Maria Luiza" userId="b19047ef-a90b-4214-8a43-20d2dc6b35c9" providerId="ADAL" clId="{785D7A7F-24DD-4F3B-A1CB-323496D36C53}" dt="2025-11-13T20:10:25.433" v="119" actId="27636"/>
          <ac:spMkLst>
            <pc:docMk/>
            <pc:sldMk cId="0" sldId="259"/>
            <ac:spMk id="94" creationId="{00000000-0000-0000-0000-000000000000}"/>
          </ac:spMkLst>
        </pc:spChg>
      </pc:sldChg>
      <pc:sldChg chg="modSp mod">
        <pc:chgData name="Carlos Maia Cabral, Maria Luiza" userId="b19047ef-a90b-4214-8a43-20d2dc6b35c9" providerId="ADAL" clId="{785D7A7F-24DD-4F3B-A1CB-323496D36C53}" dt="2025-11-13T19:57:38.880" v="29" actId="14100"/>
        <pc:sldMkLst>
          <pc:docMk/>
          <pc:sldMk cId="0" sldId="260"/>
        </pc:sldMkLst>
        <pc:spChg chg="mod">
          <ac:chgData name="Carlos Maia Cabral, Maria Luiza" userId="b19047ef-a90b-4214-8a43-20d2dc6b35c9" providerId="ADAL" clId="{785D7A7F-24DD-4F3B-A1CB-323496D36C53}" dt="2025-11-13T19:57:38.880" v="29" actId="14100"/>
          <ac:spMkLst>
            <pc:docMk/>
            <pc:sldMk cId="0" sldId="260"/>
            <ac:spMk id="99" creationId="{00000000-0000-0000-0000-000000000000}"/>
          </ac:spMkLst>
        </pc:spChg>
      </pc:sldChg>
      <pc:sldChg chg="modSp mod">
        <pc:chgData name="Carlos Maia Cabral, Maria Luiza" userId="b19047ef-a90b-4214-8a43-20d2dc6b35c9" providerId="ADAL" clId="{785D7A7F-24DD-4F3B-A1CB-323496D36C53}" dt="2025-11-13T20:06:31.089" v="97" actId="14100"/>
        <pc:sldMkLst>
          <pc:docMk/>
          <pc:sldMk cId="0" sldId="261"/>
        </pc:sldMkLst>
        <pc:spChg chg="mod">
          <ac:chgData name="Carlos Maia Cabral, Maria Luiza" userId="b19047ef-a90b-4214-8a43-20d2dc6b35c9" providerId="ADAL" clId="{785D7A7F-24DD-4F3B-A1CB-323496D36C53}" dt="2025-11-13T20:06:19.572" v="94" actId="2711"/>
          <ac:spMkLst>
            <pc:docMk/>
            <pc:sldMk cId="0" sldId="261"/>
            <ac:spMk id="101" creationId="{00000000-0000-0000-0000-000000000000}"/>
          </ac:spMkLst>
        </pc:spChg>
        <pc:spChg chg="mod">
          <ac:chgData name="Carlos Maia Cabral, Maria Luiza" userId="b19047ef-a90b-4214-8a43-20d2dc6b35c9" providerId="ADAL" clId="{785D7A7F-24DD-4F3B-A1CB-323496D36C53}" dt="2025-11-13T20:06:31.089" v="97" actId="14100"/>
          <ac:spMkLst>
            <pc:docMk/>
            <pc:sldMk cId="0" sldId="261"/>
            <ac:spMk id="102" creationId="{00000000-0000-0000-0000-000000000000}"/>
          </ac:spMkLst>
        </pc:spChg>
        <pc:cxnChg chg="mod">
          <ac:chgData name="Carlos Maia Cabral, Maria Luiza" userId="b19047ef-a90b-4214-8a43-20d2dc6b35c9" providerId="ADAL" clId="{785D7A7F-24DD-4F3B-A1CB-323496D36C53}" dt="2025-11-13T20:06:23.790" v="95" actId="1076"/>
          <ac:cxnSpMkLst>
            <pc:docMk/>
            <pc:sldMk cId="0" sldId="261"/>
            <ac:cxnSpMk id="103" creationId="{00000000-0000-0000-0000-000000000000}"/>
          </ac:cxnSpMkLst>
        </pc:cxnChg>
      </pc:sldChg>
      <pc:sldChg chg="modSp mod">
        <pc:chgData name="Carlos Maia Cabral, Maria Luiza" userId="b19047ef-a90b-4214-8a43-20d2dc6b35c9" providerId="ADAL" clId="{785D7A7F-24DD-4F3B-A1CB-323496D36C53}" dt="2025-11-13T20:07:07.316" v="103" actId="14100"/>
        <pc:sldMkLst>
          <pc:docMk/>
          <pc:sldMk cId="0" sldId="263"/>
        </pc:sldMkLst>
        <pc:spChg chg="mod">
          <ac:chgData name="Carlos Maia Cabral, Maria Luiza" userId="b19047ef-a90b-4214-8a43-20d2dc6b35c9" providerId="ADAL" clId="{785D7A7F-24DD-4F3B-A1CB-323496D36C53}" dt="2025-11-13T20:06:57.291" v="100" actId="1076"/>
          <ac:spMkLst>
            <pc:docMk/>
            <pc:sldMk cId="0" sldId="263"/>
            <ac:spMk id="114" creationId="{00000000-0000-0000-0000-000000000000}"/>
          </ac:spMkLst>
        </pc:spChg>
        <pc:spChg chg="mod">
          <ac:chgData name="Carlos Maia Cabral, Maria Luiza" userId="b19047ef-a90b-4214-8a43-20d2dc6b35c9" providerId="ADAL" clId="{785D7A7F-24DD-4F3B-A1CB-323496D36C53}" dt="2025-11-13T20:07:07.316" v="103" actId="14100"/>
          <ac:spMkLst>
            <pc:docMk/>
            <pc:sldMk cId="0" sldId="263"/>
            <ac:spMk id="115" creationId="{00000000-0000-0000-0000-000000000000}"/>
          </ac:spMkLst>
        </pc:spChg>
        <pc:cxnChg chg="mod">
          <ac:chgData name="Carlos Maia Cabral, Maria Luiza" userId="b19047ef-a90b-4214-8a43-20d2dc6b35c9" providerId="ADAL" clId="{785D7A7F-24DD-4F3B-A1CB-323496D36C53}" dt="2025-11-13T20:07:02.001" v="101" actId="1076"/>
          <ac:cxnSpMkLst>
            <pc:docMk/>
            <pc:sldMk cId="0" sldId="263"/>
            <ac:cxnSpMk id="113" creationId="{00000000-0000-0000-0000-000000000000}"/>
          </ac:cxnSpMkLst>
        </pc:cxnChg>
      </pc:sldChg>
      <pc:sldChg chg="modSp mod">
        <pc:chgData name="Carlos Maia Cabral, Maria Luiza" userId="b19047ef-a90b-4214-8a43-20d2dc6b35c9" providerId="ADAL" clId="{785D7A7F-24DD-4F3B-A1CB-323496D36C53}" dt="2025-11-13T20:07:28.394" v="107" actId="14100"/>
        <pc:sldMkLst>
          <pc:docMk/>
          <pc:sldMk cId="0" sldId="264"/>
        </pc:sldMkLst>
        <pc:spChg chg="mod">
          <ac:chgData name="Carlos Maia Cabral, Maria Luiza" userId="b19047ef-a90b-4214-8a43-20d2dc6b35c9" providerId="ADAL" clId="{785D7A7F-24DD-4F3B-A1CB-323496D36C53}" dt="2025-11-13T20:07:28.394" v="107" actId="14100"/>
          <ac:spMkLst>
            <pc:docMk/>
            <pc:sldMk cId="0" sldId="264"/>
            <ac:spMk id="117" creationId="{00000000-0000-0000-0000-000000000000}"/>
          </ac:spMkLst>
        </pc:spChg>
        <pc:spChg chg="mod">
          <ac:chgData name="Carlos Maia Cabral, Maria Luiza" userId="b19047ef-a90b-4214-8a43-20d2dc6b35c9" providerId="ADAL" clId="{785D7A7F-24DD-4F3B-A1CB-323496D36C53}" dt="2025-11-13T20:07:22.893" v="106" actId="2711"/>
          <ac:spMkLst>
            <pc:docMk/>
            <pc:sldMk cId="0" sldId="264"/>
            <ac:spMk id="118" creationId="{00000000-0000-0000-0000-000000000000}"/>
          </ac:spMkLst>
        </pc:spChg>
      </pc:sldChg>
      <pc:sldChg chg="addSp delSp modSp new mod ord">
        <pc:chgData name="Carlos Maia Cabral, Maria Luiza" userId="b19047ef-a90b-4214-8a43-20d2dc6b35c9" providerId="ADAL" clId="{785D7A7F-24DD-4F3B-A1CB-323496D36C53}" dt="2025-11-13T20:02:05.559" v="72" actId="14100"/>
        <pc:sldMkLst>
          <pc:docMk/>
          <pc:sldMk cId="3974336683" sldId="265"/>
        </pc:sldMkLst>
      </pc:sldChg>
      <pc:sldChg chg="modSp new mod">
        <pc:chgData name="Carlos Maia Cabral, Maria Luiza" userId="b19047ef-a90b-4214-8a43-20d2dc6b35c9" providerId="ADAL" clId="{785D7A7F-24DD-4F3B-A1CB-323496D36C53}" dt="2025-11-13T20:07:42.260" v="109" actId="1076"/>
        <pc:sldMkLst>
          <pc:docMk/>
          <pc:sldMk cId="3582959056" sldId="266"/>
        </pc:sldMkLst>
      </pc:sldChg>
    </pc:docChg>
  </pc:docChgLst>
  <pc:docChgLst>
    <pc:chgData name="Carlos Maia Cabral, Maria Luiza" userId="S::n01585520@unf.edu::b19047ef-a90b-4214-8a43-20d2dc6b35c9" providerId="AD" clId="Web-{DD78FADC-61FA-630F-57E8-93DCBB23ECBE}"/>
    <pc:docChg chg="delSld modSld">
      <pc:chgData name="Carlos Maia Cabral, Maria Luiza" userId="S::n01585520@unf.edu::b19047ef-a90b-4214-8a43-20d2dc6b35c9" providerId="AD" clId="Web-{DD78FADC-61FA-630F-57E8-93DCBB23ECBE}" dt="2025-12-10T20:25:11.426" v="12"/>
      <pc:docMkLst>
        <pc:docMk/>
      </pc:docMkLst>
      <pc:sldChg chg="addSp delSp modSp">
        <pc:chgData name="Carlos Maia Cabral, Maria Luiza" userId="S::n01585520@unf.edu::b19047ef-a90b-4214-8a43-20d2dc6b35c9" providerId="AD" clId="Web-{DD78FADC-61FA-630F-57E8-93DCBB23ECBE}" dt="2025-12-10T20:25:02.005" v="11" actId="1076"/>
        <pc:sldMkLst>
          <pc:docMk/>
          <pc:sldMk cId="3974336683" sldId="265"/>
        </pc:sldMkLst>
        <pc:picChg chg="add mod">
          <ac:chgData name="Carlos Maia Cabral, Maria Luiza" userId="S::n01585520@unf.edu::b19047ef-a90b-4214-8a43-20d2dc6b35c9" providerId="AD" clId="Web-{DD78FADC-61FA-630F-57E8-93DCBB23ECBE}" dt="2025-12-10T20:25:02.005" v="11" actId="1076"/>
          <ac:picMkLst>
            <pc:docMk/>
            <pc:sldMk cId="3974336683" sldId="265"/>
            <ac:picMk id="2" creationId="{5607D825-55BC-82A3-52EB-2D9E92013FD2}"/>
          </ac:picMkLst>
        </pc:picChg>
        <pc:picChg chg="del">
          <ac:chgData name="Carlos Maia Cabral, Maria Luiza" userId="S::n01585520@unf.edu::b19047ef-a90b-4214-8a43-20d2dc6b35c9" providerId="AD" clId="Web-{DD78FADC-61FA-630F-57E8-93DCBB23ECBE}" dt="2025-12-10T20:24:03.848" v="0"/>
          <ac:picMkLst>
            <pc:docMk/>
            <pc:sldMk cId="3974336683" sldId="265"/>
            <ac:picMk id="1026" creationId="{F73A29C2-762F-8E6A-B1AA-65B9027F6B30}"/>
          </ac:picMkLst>
        </pc:picChg>
      </pc:sldChg>
      <pc:sldChg chg="delSp del delAnim">
        <pc:chgData name="Carlos Maia Cabral, Maria Luiza" userId="S::n01585520@unf.edu::b19047ef-a90b-4214-8a43-20d2dc6b35c9" providerId="AD" clId="Web-{DD78FADC-61FA-630F-57E8-93DCBB23ECBE}" dt="2025-12-10T20:25:11.426" v="12"/>
        <pc:sldMkLst>
          <pc:docMk/>
          <pc:sldMk cId="210963473" sldId="267"/>
        </pc:sldMkLst>
        <pc:picChg chg="del">
          <ac:chgData name="Carlos Maia Cabral, Maria Luiza" userId="S::n01585520@unf.edu::b19047ef-a90b-4214-8a43-20d2dc6b35c9" providerId="AD" clId="Web-{DD78FADC-61FA-630F-57E8-93DCBB23ECBE}" dt="2025-12-10T20:24:09.098" v="1"/>
          <ac:picMkLst>
            <pc:docMk/>
            <pc:sldMk cId="210963473" sldId="267"/>
            <ac:picMk id="4" creationId="{9A952AF3-4D49-2863-22C1-0D09D5C304B8}"/>
          </ac:picMkLst>
        </pc:picChg>
      </pc:sldChg>
    </pc:docChg>
  </pc:docChgLst>
  <pc:docChgLst>
    <pc:chgData name="Pham, Philip" userId="S::n01631446@unf.edu::b17de60c-bee3-445c-93bb-4ed77c377dd9" providerId="AD" clId="Web-{4C7F187A-D1AA-25FA-1CDF-1F14934D0B76}"/>
    <pc:docChg chg="addSld modSld">
      <pc:chgData name="Pham, Philip" userId="S::n01631446@unf.edu::b17de60c-bee3-445c-93bb-4ed77c377dd9" providerId="AD" clId="Web-{4C7F187A-D1AA-25FA-1CDF-1F14934D0B76}" dt="2025-11-13T21:15:31.628" v="45" actId="20577"/>
      <pc:docMkLst>
        <pc:docMk/>
      </pc:docMkLst>
      <pc:sldChg chg="modSp">
        <pc:chgData name="Pham, Philip" userId="S::n01631446@unf.edu::b17de60c-bee3-445c-93bb-4ed77c377dd9" providerId="AD" clId="Web-{4C7F187A-D1AA-25FA-1CDF-1F14934D0B76}" dt="2025-11-13T21:15:31.628" v="45" actId="20577"/>
        <pc:sldMkLst>
          <pc:docMk/>
          <pc:sldMk cId="0" sldId="259"/>
        </pc:sldMkLst>
        <pc:spChg chg="mod">
          <ac:chgData name="Pham, Philip" userId="S::n01631446@unf.edu::b17de60c-bee3-445c-93bb-4ed77c377dd9" providerId="AD" clId="Web-{4C7F187A-D1AA-25FA-1CDF-1F14934D0B76}" dt="2025-11-13T21:15:31.628" v="45" actId="20577"/>
          <ac:spMkLst>
            <pc:docMk/>
            <pc:sldMk cId="0" sldId="259"/>
            <ac:spMk id="94" creationId="{00000000-0000-0000-0000-000000000000}"/>
          </ac:spMkLst>
        </pc:spChg>
      </pc:sldChg>
      <pc:sldChg chg="addSp modSp addAnim delAnim modAnim">
        <pc:chgData name="Pham, Philip" userId="S::n01631446@unf.edu::b17de60c-bee3-445c-93bb-4ed77c377dd9" providerId="AD" clId="Web-{4C7F187A-D1AA-25FA-1CDF-1F14934D0B76}" dt="2025-11-13T20:59:56.394" v="34"/>
        <pc:sldMkLst>
          <pc:docMk/>
          <pc:sldMk cId="0" sldId="261"/>
        </pc:sldMkLst>
        <pc:spChg chg="mod">
          <ac:chgData name="Pham, Philip" userId="S::n01631446@unf.edu::b17de60c-bee3-445c-93bb-4ed77c377dd9" providerId="AD" clId="Web-{4C7F187A-D1AA-25FA-1CDF-1F14934D0B76}" dt="2025-11-13T20:58:07.795" v="22" actId="14100"/>
          <ac:spMkLst>
            <pc:docMk/>
            <pc:sldMk cId="0" sldId="261"/>
            <ac:spMk id="102" creationId="{00000000-0000-0000-0000-000000000000}"/>
          </ac:spMkLst>
        </pc:spChg>
      </pc:sldChg>
      <pc:sldChg chg="addSp delSp modSp">
        <pc:chgData name="Pham, Philip" userId="S::n01631446@unf.edu::b17de60c-bee3-445c-93bb-4ed77c377dd9" providerId="AD" clId="Web-{4C7F187A-D1AA-25FA-1CDF-1F14934D0B76}" dt="2025-11-13T20:57:11.356" v="17" actId="14100"/>
        <pc:sldMkLst>
          <pc:docMk/>
          <pc:sldMk cId="0" sldId="264"/>
        </pc:sldMkLst>
        <pc:spChg chg="mod">
          <ac:chgData name="Pham, Philip" userId="S::n01631446@unf.edu::b17de60c-bee3-445c-93bb-4ed77c377dd9" providerId="AD" clId="Web-{4C7F187A-D1AA-25FA-1CDF-1F14934D0B76}" dt="2025-11-13T20:56:58.980" v="13" actId="1076"/>
          <ac:spMkLst>
            <pc:docMk/>
            <pc:sldMk cId="0" sldId="264"/>
            <ac:spMk id="117" creationId="{00000000-0000-0000-0000-000000000000}"/>
          </ac:spMkLst>
        </pc:spChg>
        <pc:spChg chg="mod">
          <ac:chgData name="Pham, Philip" userId="S::n01631446@unf.edu::b17de60c-bee3-445c-93bb-4ed77c377dd9" providerId="AD" clId="Web-{4C7F187A-D1AA-25FA-1CDF-1F14934D0B76}" dt="2025-11-13T20:56:56.387" v="12" actId="1076"/>
          <ac:spMkLst>
            <pc:docMk/>
            <pc:sldMk cId="0" sldId="264"/>
            <ac:spMk id="118" creationId="{00000000-0000-0000-0000-000000000000}"/>
          </ac:spMkLst>
        </pc:spChg>
      </pc:sldChg>
      <pc:sldChg chg="addSp modSp new addAnim">
        <pc:chgData name="Pham, Philip" userId="S::n01631446@unf.edu::b17de60c-bee3-445c-93bb-4ed77c377dd9" providerId="AD" clId="Web-{4C7F187A-D1AA-25FA-1CDF-1F14934D0B76}" dt="2025-11-13T20:56:09.932" v="5" actId="14100"/>
        <pc:sldMkLst>
          <pc:docMk/>
          <pc:sldMk cId="210963473" sldId="267"/>
        </pc:sldMkLst>
        <pc:picChg chg="add mod">
          <ac:chgData name="Pham, Philip" userId="S::n01631446@unf.edu::b17de60c-bee3-445c-93bb-4ed77c377dd9" providerId="AD" clId="Web-{4C7F187A-D1AA-25FA-1CDF-1F14934D0B76}" dt="2025-11-13T20:56:09.932" v="5" actId="14100"/>
          <ac:picMkLst>
            <pc:docMk/>
            <pc:sldMk cId="210963473" sldId="267"/>
            <ac:picMk id="4" creationId="{9A952AF3-4D49-2863-22C1-0D09D5C304B8}"/>
          </ac:picMkLst>
        </pc:picChg>
      </pc:sldChg>
    </pc:docChg>
  </pc:docChgLst>
  <pc:docChgLst>
    <pc:chgData name="Pham, Philip" userId="S::n01631446@unf.edu::b17de60c-bee3-445c-93bb-4ed77c377dd9" providerId="AD" clId="Web-{40EEC4A2-2276-6142-7942-540337D2A5B8}"/>
    <pc:docChg chg="modSld">
      <pc:chgData name="Pham, Philip" userId="S::n01631446@unf.edu::b17de60c-bee3-445c-93bb-4ed77c377dd9" providerId="AD" clId="Web-{40EEC4A2-2276-6142-7942-540337D2A5B8}" dt="2025-11-13T20:54:57.549" v="34"/>
      <pc:docMkLst>
        <pc:docMk/>
      </pc:docMkLst>
      <pc:sldChg chg="addSp delSp modSp addAnim delAnim">
        <pc:chgData name="Pham, Philip" userId="S::n01631446@unf.edu::b17de60c-bee3-445c-93bb-4ed77c377dd9" providerId="AD" clId="Web-{40EEC4A2-2276-6142-7942-540337D2A5B8}" dt="2025-11-13T20:54:57.549" v="34"/>
        <pc:sldMkLst>
          <pc:docMk/>
          <pc:sldMk cId="0" sldId="261"/>
        </pc:sldMkLst>
        <pc:spChg chg="mod">
          <ac:chgData name="Pham, Philip" userId="S::n01631446@unf.edu::b17de60c-bee3-445c-93bb-4ed77c377dd9" providerId="AD" clId="Web-{40EEC4A2-2276-6142-7942-540337D2A5B8}" dt="2025-11-13T20:51:26.948" v="23" actId="14100"/>
          <ac:spMkLst>
            <pc:docMk/>
            <pc:sldMk cId="0" sldId="261"/>
            <ac:spMk id="10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D04CA-0C67-43B1-A4AF-D2864FB5AEF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A594B-D304-4591-AFAF-F54EEB121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7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A594B-D304-4591-AFAF-F54EEB121E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3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15080" y="1276200"/>
            <a:ext cx="6323400" cy="24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1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3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6552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86552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1866600" y="19335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186552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62284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562284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562284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5622840" y="1933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4498920" y="274680"/>
            <a:ext cx="4416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1;p1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19040" y="471600"/>
            <a:ext cx="748656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75;p1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97720"/>
            <a:ext cx="5320440" cy="125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43560" y="2308320"/>
            <a:ext cx="4358520" cy="191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80;p1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300600"/>
            <a:ext cx="215496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3;p1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313880" y="301320"/>
            <a:ext cx="4596120" cy="74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86;p1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333440" y="2709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333440" y="158580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1333440" y="38322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228600" y="297720"/>
            <a:ext cx="2022120" cy="80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95;p1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29840" y="300600"/>
            <a:ext cx="3985200" cy="76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22196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722196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550400" y="17787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454968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187740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187740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10;p20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1360" y="95652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21360" y="314100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3;p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662560" y="3397680"/>
            <a:ext cx="613440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332280" y="22860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6;p21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547600" y="363600"/>
            <a:ext cx="3367440" cy="16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Google Shape;119;p21"/>
          <p:cNvSpPr/>
          <p:nvPr/>
        </p:nvSpPr>
        <p:spPr>
          <a:xfrm>
            <a:off x="1965600" y="4008240"/>
            <a:ext cx="38714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1;p22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23;p2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7;p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21;p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39000" y="294840"/>
            <a:ext cx="1976040" cy="7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28;p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2746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31;p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36;p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39;p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28600" y="4521240"/>
            <a:ext cx="2822400" cy="3931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39;p28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74" name="Google Shape;140;p28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75" name="Google Shape;141;p28"/>
            <p:cNvCxnSpPr/>
            <p:nvPr/>
          </p:nvCxnSpPr>
          <p:spPr>
            <a:xfrm flipH="1">
              <a:off x="1524600" y="393948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341320" y="1476080"/>
            <a:ext cx="6324120" cy="968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r">
              <a:lnSpc>
                <a:spcPct val="80000"/>
              </a:lnSpc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PID-Controlled Ball Balancing 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2632580" y="4199240"/>
            <a:ext cx="5465000" cy="56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 fontAlgn="base"/>
            <a:r>
              <a:rPr lang="pt-BR" b="1" dirty="0">
                <a:solidFill>
                  <a:schemeClr val="bg1"/>
                </a:solidFill>
              </a:rPr>
              <a:t>Students</a:t>
            </a:r>
            <a:r>
              <a:rPr lang="pt-BR" dirty="0">
                <a:solidFill>
                  <a:schemeClr val="bg1"/>
                </a:solidFill>
              </a:rPr>
              <a:t>: Maria Luiza Cabral, Philip Pham, Gerald Springstead and Jordan Nance.</a:t>
            </a:r>
          </a:p>
          <a:p>
            <a:pPr fontAlgn="base"/>
            <a:r>
              <a:rPr lang="pt-BR" dirty="0">
                <a:solidFill>
                  <a:schemeClr val="bg1"/>
                </a:solidFill>
              </a:rPr>
              <a:t> </a:t>
            </a:r>
          </a:p>
          <a:p>
            <a:pPr fontAlgn="base"/>
            <a:r>
              <a:rPr lang="pt-BR" b="1" dirty="0">
                <a:solidFill>
                  <a:schemeClr val="bg1"/>
                </a:solidFill>
              </a:rPr>
              <a:t>Professor:</a:t>
            </a:r>
            <a:r>
              <a:rPr lang="pt-BR" dirty="0">
                <a:solidFill>
                  <a:schemeClr val="bg1"/>
                </a:solidFill>
              </a:rPr>
              <a:t> Pallavi Singh </a:t>
            </a: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pPr fontAlgn="base"/>
            <a:r>
              <a:rPr lang="en-US" b="1" dirty="0">
                <a:solidFill>
                  <a:schemeClr val="bg1"/>
                </a:solidFill>
              </a:rPr>
              <a:t>Class:</a:t>
            </a:r>
            <a:r>
              <a:rPr lang="en-US" dirty="0">
                <a:solidFill>
                  <a:schemeClr val="bg1"/>
                </a:solidFill>
              </a:rPr>
              <a:t> EEL3013.82833 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1A9AA-BC35-4F06-4C30-F42EC43B9660}"/>
              </a:ext>
            </a:extLst>
          </p:cNvPr>
          <p:cNvSpPr txBox="1"/>
          <p:nvPr/>
        </p:nvSpPr>
        <p:spPr>
          <a:xfrm>
            <a:off x="3289927" y="2444852"/>
            <a:ext cx="537551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Controlled by MATLAB </a:t>
            </a:r>
            <a:r>
              <a:rPr lang="en-US" dirty="0">
                <a:solidFill>
                  <a:schemeClr val="accent1"/>
                </a:solidFill>
                <a:latin typeface="arial"/>
                <a:ea typeface="arial"/>
              </a:rPr>
              <a:t>+ Simulink + 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Arduino</a:t>
            </a:r>
            <a:endParaRPr lang="en-US" sz="1800" b="0" u="none" strike="noStrike" dirty="0">
              <a:solidFill>
                <a:schemeClr val="accent1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236;p33"/>
          <p:cNvGrpSpPr/>
          <p:nvPr/>
        </p:nvGrpSpPr>
        <p:grpSpPr>
          <a:xfrm>
            <a:off x="-34630" y="-9430"/>
            <a:ext cx="8695080" cy="5223960"/>
            <a:chOff x="-43560" y="-18360"/>
            <a:chExt cx="8695080" cy="5223960"/>
          </a:xfrm>
        </p:grpSpPr>
        <p:cxnSp>
          <p:nvCxnSpPr>
            <p:cNvPr id="80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81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27970" y="887046"/>
            <a:ext cx="7486200" cy="79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4000" dirty="0">
                <a:solidFill>
                  <a:schemeClr val="dk1"/>
                </a:solidFill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30029" y="2329042"/>
            <a:ext cx="7053617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The goal of this project is to 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design and </a:t>
            </a: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implement a PID-controlled Ball Balancing System.</a:t>
            </a:r>
            <a:endParaRPr lang="en-US" sz="1500">
              <a:solidFill>
                <a:schemeClr val="dk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The system stabilizes a ball on 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a </a:t>
            </a: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beam using real-time feedback.</a:t>
            </a:r>
            <a:endParaRPr lang="en-US" sz="1500">
              <a:solidFill>
                <a:schemeClr val="dk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MATLAB and </a:t>
            </a: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Simulink are used for modeling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, </a:t>
            </a: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simulation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, and </a:t>
            </a: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PID tuning.</a:t>
            </a:r>
            <a:endParaRPr lang="en-US" sz="1500">
              <a:solidFill>
                <a:schemeClr val="dk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Arduino Uno executes the control logic in real time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.</a:t>
            </a:r>
            <a:endParaRPr lang="en-US" sz="1500">
              <a:solidFill>
                <a:schemeClr val="dk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The project demonstrates practical applications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 of </a:t>
            </a:r>
            <a:r>
              <a:rPr lang="en-US" sz="1500" dirty="0">
                <a:solidFill>
                  <a:schemeClr val="dk1"/>
                </a:solidFill>
                <a:ea typeface="+mj-lt"/>
                <a:cs typeface="+mj-lt"/>
              </a:rPr>
              <a:t>closed-loop control</a:t>
            </a:r>
            <a:r>
              <a:rPr lang="en-US" sz="150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.</a:t>
            </a:r>
            <a:endParaRPr lang="en-US" sz="1500">
              <a:solidFill>
                <a:schemeClr val="dk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US" sz="1500" u="none" strike="noStrike" dirty="0">
              <a:solidFill>
                <a:schemeClr val="dk1"/>
              </a:solidFill>
              <a:effectLst/>
              <a:uFillTx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91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2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4000" dirty="0">
                <a:solidFill>
                  <a:schemeClr val="dk1"/>
                </a:solidFill>
                <a:ea typeface="+mj-lt"/>
                <a:cs typeface="+mj-lt"/>
              </a:rPr>
              <a:t>System </a:t>
            </a: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Objective</a:t>
            </a:r>
            <a:endParaRPr lang="en-US" dirty="0">
              <a:solidFill>
                <a:schemeClr val="dk1"/>
              </a:solidFill>
              <a:ea typeface="+mj-lt"/>
              <a:cs typeface="+mj-l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80831" y="2276241"/>
            <a:ext cx="8983075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ea typeface="+mj-lt"/>
                <a:cs typeface="+mj-lt"/>
              </a:rPr>
              <a:t>Maintain the ball at a defined setpoint on the beam.</a:t>
            </a:r>
            <a:endParaRPr lang="en-US" sz="2000" dirty="0">
              <a:solidFill>
                <a:schemeClr val="dk1"/>
              </a:solidFill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ea typeface="+mj-lt"/>
                <a:cs typeface="+mj-lt"/>
              </a:rPr>
              <a:t>Measure ball position using an ultrasonic sensor.</a:t>
            </a:r>
            <a:endParaRPr lang="en-US" sz="2000" dirty="0">
              <a:solidFill>
                <a:schemeClr val="dk1"/>
              </a:solidFill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ea typeface="+mj-lt"/>
                <a:cs typeface="+mj-lt"/>
              </a:rPr>
              <a:t>Use a PID controller to compute corrective beam angles.</a:t>
            </a:r>
            <a:endParaRPr lang="en-US" sz="2000" dirty="0">
              <a:solidFill>
                <a:schemeClr val="dk1"/>
              </a:solidFill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ea typeface="+mj-lt"/>
                <a:cs typeface="+mj-lt"/>
              </a:rPr>
              <a:t>Control the servo motor to adjust the beam’s tilt.</a:t>
            </a:r>
            <a:endParaRPr lang="en-US" sz="2000" dirty="0">
              <a:solidFill>
                <a:schemeClr val="dk1"/>
              </a:solidFill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ea typeface="+mj-lt"/>
                <a:cs typeface="+mj-lt"/>
              </a:rPr>
              <a:t>Analyze the performance of the controller after tuning.</a:t>
            </a:r>
            <a:endParaRPr lang="en-US" sz="2000" dirty="0">
              <a:solidFill>
                <a:schemeClr val="dk1"/>
              </a:solidFill>
              <a:cs typeface="Aria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ptos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96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7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10110" y="681663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ea typeface="+mj-lt"/>
                <a:cs typeface="+mj-lt"/>
              </a:rPr>
              <a:t>Components</a:t>
            </a:r>
            <a:r>
              <a:rPr lang="en-US" sz="4000" dirty="0">
                <a:solidFill>
                  <a:schemeClr val="dk1"/>
                </a:solidFill>
                <a:ea typeface="+mj-lt"/>
                <a:cs typeface="+mj-lt"/>
              </a:rPr>
              <a:t> Used</a:t>
            </a:r>
            <a:endParaRPr lang="en-US" dirty="0"/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978739" y="2266535"/>
            <a:ext cx="6503440" cy="25240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800" b="1" dirty="0">
                <a:ea typeface="+mj-lt"/>
                <a:cs typeface="+mj-lt"/>
              </a:rPr>
              <a:t>Hardware:</a:t>
            </a:r>
            <a:endParaRPr lang="en-US" sz="1800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Arduino Uno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HC-SR04 ultrasonic sensor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MG996R servo motor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Wooden or acrylic beam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Steel/plastic ball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Jumper wires</a:t>
            </a:r>
          </a:p>
          <a:p>
            <a:pPr>
              <a:tabLst>
                <a:tab pos="0" algn="l"/>
              </a:tabLst>
            </a:pPr>
            <a:r>
              <a:rPr lang="en-US" sz="1800" b="1" dirty="0">
                <a:ea typeface="+mj-lt"/>
                <a:cs typeface="+mj-lt"/>
              </a:rPr>
              <a:t>Software:</a:t>
            </a:r>
            <a:endParaRPr lang="en-US" sz="1800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MATLAB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Simulink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800" dirty="0">
                <a:ea typeface="+mj-lt"/>
                <a:cs typeface="+mj-lt"/>
              </a:rPr>
              <a:t>Arduino Support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2600" dirty="0">
                <a:solidFill>
                  <a:schemeClr val="dk1"/>
                </a:solidFill>
                <a:ea typeface="+mj-lt"/>
                <a:cs typeface="+mj-lt"/>
              </a:rPr>
              <a:t>Working Principle</a:t>
            </a:r>
            <a:endParaRPr lang="en-US" dirty="0"/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-4424" y="1073732"/>
            <a:ext cx="5555997" cy="35383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ea typeface="+mj-lt"/>
                <a:cs typeface="+mj-lt"/>
              </a:rPr>
              <a:t>The ultrasonic sensor measures the ball’s position in real time.</a:t>
            </a:r>
            <a:endParaRPr lang="en-US" sz="18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j-lt"/>
                <a:cs typeface="+mj-lt"/>
              </a:rPr>
              <a:t>Simulink compares the position to the setpoint.</a:t>
            </a:r>
            <a:endParaRPr lang="en-US" sz="18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ea typeface="+mj-lt"/>
                <a:cs typeface="+mj-lt"/>
              </a:rPr>
              <a:t>The PID controller calculates the required correction.</a:t>
            </a:r>
            <a:endParaRPr lang="en-US" sz="18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j-lt"/>
                <a:cs typeface="+mj-lt"/>
              </a:rPr>
              <a:t>The Arduino drives the servo motor.</a:t>
            </a:r>
            <a:endParaRPr lang="en-US" sz="18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ea typeface="+mj-lt"/>
                <a:cs typeface="+mj-lt"/>
              </a:rPr>
              <a:t>The beam tilts, causing the ball to move.</a:t>
            </a:r>
            <a:endParaRPr lang="en-US" sz="18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ea typeface="+mj-lt"/>
                <a:cs typeface="+mj-lt"/>
              </a:rPr>
              <a:t>The cycle repeats continuously in a closed loop.</a:t>
            </a:r>
            <a:endParaRPr lang="en-US" sz="1800" dirty="0">
              <a:cs typeface="Arial"/>
            </a:endParaRPr>
          </a:p>
          <a:p>
            <a:endParaRPr lang="en-US" sz="1400" b="1" dirty="0">
              <a:cs typeface="Arial"/>
            </a:endParaRPr>
          </a:p>
        </p:txBody>
      </p:sp>
      <p:cxnSp>
        <p:nvCxnSpPr>
          <p:cNvPr id="103" name="Google Shape;220;p31"/>
          <p:cNvCxnSpPr/>
          <p:nvPr/>
        </p:nvCxnSpPr>
        <p:spPr>
          <a:xfrm flipH="1">
            <a:off x="0" y="107080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04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236;p33"/>
          <p:cNvGrpSpPr/>
          <p:nvPr/>
        </p:nvGrpSpPr>
        <p:grpSpPr>
          <a:xfrm>
            <a:off x="0" y="-18360"/>
            <a:ext cx="8695440" cy="5224320"/>
            <a:chOff x="0" y="-18360"/>
            <a:chExt cx="8695440" cy="5224320"/>
          </a:xfrm>
        </p:grpSpPr>
        <p:cxnSp>
          <p:nvCxnSpPr>
            <p:cNvPr id="112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3" name="Google Shape;238;p33"/>
            <p:cNvCxnSpPr/>
            <p:nvPr/>
          </p:nvCxnSpPr>
          <p:spPr>
            <a:xfrm flipH="1">
              <a:off x="0" y="175664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92120" y="54740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4000" dirty="0">
                <a:solidFill>
                  <a:schemeClr val="dk1"/>
                </a:solidFill>
                <a:ea typeface="+mj-lt"/>
                <a:cs typeface="+mj-lt"/>
              </a:rPr>
              <a:t>Simulink Model</a:t>
            </a:r>
            <a:endParaRPr lang="en-US" dirty="0"/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2866520" y="2075360"/>
            <a:ext cx="5562360" cy="260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Includes Ultrasonic Sensor block, Signal Scaling, PID Controller, and Servo Write block.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The sampling time is set to </a:t>
            </a:r>
            <a:r>
              <a:rPr lang="en-US" sz="1400" b="1" dirty="0">
                <a:ea typeface="+mj-lt"/>
                <a:cs typeface="+mj-lt"/>
              </a:rPr>
              <a:t>0.02 s</a:t>
            </a:r>
            <a:r>
              <a:rPr lang="en-US" sz="1400" dirty="0">
                <a:ea typeface="+mj-lt"/>
                <a:cs typeface="+mj-lt"/>
              </a:rPr>
              <a:t> for smooth control.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PID tuning was performed experimentally using proportional-only, then PD, and finally full PID control.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Final parameters used: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j-lt"/>
                <a:cs typeface="+mj-lt"/>
              </a:rPr>
              <a:t>Kp</a:t>
            </a:r>
            <a:r>
              <a:rPr lang="en-US" sz="1400" b="1" dirty="0">
                <a:ea typeface="+mj-lt"/>
                <a:cs typeface="+mj-lt"/>
              </a:rPr>
              <a:t> = 1.75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j-lt"/>
                <a:cs typeface="+mj-lt"/>
              </a:rPr>
              <a:t>Ki = 0.20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j-lt"/>
                <a:cs typeface="+mj-lt"/>
              </a:rPr>
              <a:t>Kd</a:t>
            </a:r>
            <a:r>
              <a:rPr lang="en-US" sz="1400" b="1" dirty="0">
                <a:ea typeface="+mj-lt"/>
                <a:cs typeface="+mj-lt"/>
              </a:rPr>
              <a:t> = 0.18</a:t>
            </a:r>
            <a:endParaRPr lang="en-US" dirty="0"/>
          </a:p>
          <a:p>
            <a:endParaRPr lang="en-US" sz="1400" b="1" dirty="0"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aseball on a scale&#10;&#10;AI-generated content may be incorrect.">
            <a:extLst>
              <a:ext uri="{FF2B5EF4-FFF2-40B4-BE49-F238E27FC236}">
                <a16:creationId xmlns:a16="http://schemas.microsoft.com/office/drawing/2014/main" id="{5607D825-55BC-82A3-52EB-2D9E92013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6" y="641140"/>
            <a:ext cx="8923487" cy="404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3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89F28D-755D-BC9E-322D-93E4A4A8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Hardware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D9DB3-5582-A9B0-4FB2-DD5B9CDF98B1}"/>
              </a:ext>
            </a:extLst>
          </p:cNvPr>
          <p:cNvSpPr txBox="1"/>
          <p:nvPr/>
        </p:nvSpPr>
        <p:spPr>
          <a:xfrm>
            <a:off x="544711" y="1580555"/>
            <a:ext cx="4572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Beam mounted on a servo motor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Ultrasonic sensor positioned at beam end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Arduino connected to MATLAB via USB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Real-time tuning performed during operation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5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814" y="703414"/>
            <a:ext cx="5324040" cy="588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en-US" b="1" dirty="0"/>
              <a:t>Conclusion</a:t>
            </a:r>
            <a:endParaRPr lang="en-US" dirty="0"/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US"/>
          </a:p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endParaRPr lang="en-US" sz="2600" b="0" u="none" strike="noStrike" dirty="0">
              <a:solidFill>
                <a:schemeClr val="dk1"/>
              </a:solidFill>
              <a:effectLst/>
              <a:uFillTx/>
              <a:cs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07543" y="1838880"/>
            <a:ext cx="4362120" cy="290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The project successfully demonstrated real-time PID control using MATLAB and Arduino.</a:t>
            </a:r>
            <a:endParaRPr lang="en-US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The Ball Balancing System provided hands-on experience with closed-loop dynamics.</a:t>
            </a:r>
            <a:endParaRPr lang="en-US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The results confirm the controller’s ability to stabilize an inherently unstable system.</a:t>
            </a:r>
            <a:endParaRPr lang="en-US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j-lt"/>
                <a:cs typeface="+mj-lt"/>
              </a:rPr>
              <a:t>Future improvements may include filtering sensor data, using a higher-quality servo, or applying advanced control methods.</a:t>
            </a:r>
            <a:endParaRPr lang="en-US" dirty="0">
              <a:ea typeface="+mj-lt"/>
              <a:cs typeface="+mj-lt"/>
            </a:endParaRPr>
          </a:p>
        </p:txBody>
      </p:sp>
      <p:cxnSp>
        <p:nvCxnSpPr>
          <p:cNvPr id="119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20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enior Defense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9D5BA"/>
      </a:accent2>
      <a:accent3>
        <a:srgbClr val="4F5B4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CA297289D0264F8FBE9ED3F8B729F1" ma:contentTypeVersion="6" ma:contentTypeDescription="Create a new document." ma:contentTypeScope="" ma:versionID="204d54270f3c04d4353a2eb1508a1146">
  <xsd:schema xmlns:xsd="http://www.w3.org/2001/XMLSchema" xmlns:xs="http://www.w3.org/2001/XMLSchema" xmlns:p="http://schemas.microsoft.com/office/2006/metadata/properties" xmlns:ns3="dc70e84c-4576-4494-ba02-331491f9cdc0" targetNamespace="http://schemas.microsoft.com/office/2006/metadata/properties" ma:root="true" ma:fieldsID="487d881592e42f75bd0715b0cb740889" ns3:_="">
    <xsd:import namespace="dc70e84c-4576-4494-ba02-331491f9cdc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70e84c-4576-4494-ba02-331491f9cdc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70e84c-4576-4494-ba02-331491f9cdc0" xsi:nil="true"/>
  </documentManagement>
</p:properties>
</file>

<file path=customXml/itemProps1.xml><?xml version="1.0" encoding="utf-8"?>
<ds:datastoreItem xmlns:ds="http://schemas.openxmlformats.org/officeDocument/2006/customXml" ds:itemID="{6FBE9648-C012-453B-AD57-370382B2EC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70e84c-4576-4494-ba02-331491f9cd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2027CD-5459-42CC-A2DE-C86F77009C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A608C8-846B-4E70-A2C5-A177773742EE}">
  <ds:schemaRefs>
    <ds:schemaRef ds:uri="dc70e84c-4576-4494-ba02-331491f9cdc0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433</Words>
  <Application>Microsoft Office PowerPoint</Application>
  <PresentationFormat>On-screen Show (16:9)</PresentationFormat>
  <Paragraphs>51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Senior Defense by Slidesgo</vt:lpstr>
      <vt:lpstr>PID-Controlled Ball Balancing System</vt:lpstr>
      <vt:lpstr>Project Overview</vt:lpstr>
      <vt:lpstr>System Objective</vt:lpstr>
      <vt:lpstr>Components Used</vt:lpstr>
      <vt:lpstr>Working Principle</vt:lpstr>
      <vt:lpstr>Simulink Model</vt:lpstr>
      <vt:lpstr>PowerPoint Presentation</vt:lpstr>
      <vt:lpstr>Hardware Implementation</vt:lpstr>
      <vt:lpstr>Conclusion 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Maia Cabral, Maria Luiza</cp:lastModifiedBy>
  <cp:revision>96</cp:revision>
  <dcterms:modified xsi:type="dcterms:W3CDTF">2025-12-10T20:25:13Z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2025-11-13T05:43:43Z</dcterms:created>
  <dc:creator>Unknown Creator</dc:creator>
  <dc:description/>
  <dc:language>en-US</dc:language>
  <cp:lastModifiedBy>Unknown Creator</cp:lastModifiedBy>
  <dcterms:modified xsi:type="dcterms:W3CDTF">2025-11-13T05:43:43Z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ContentTypeId">
    <vt:lpwstr>0x01010058CA297289D0264F8FBE9ED3F8B729F1</vt:lpwstr>
  </property>
</Properties>
</file>